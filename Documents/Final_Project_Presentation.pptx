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Leukemia Classification and Grading</a:t>
            </a:r>
            <a:br/>
            <a:r>
              <a:t>Using Deep Learning and PSO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i="1">
                <a:solidFill>
                  <a:srgbClr val="00FFFF"/>
                </a:solidFill>
              </a:defRPr>
            </a:pPr>
            <a:r>
              <a:t>A Hybrid Multi-Task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C8C8C8"/>
                </a:solidFill>
              </a:defRPr>
            </a:pPr>
            <a:r>
              <a:t>Anmol Kundap | Adarsh A Inamdar</a:t>
            </a:r>
            <a:br/>
            <a:r>
              <a:t>Tanushree M Pujar | Amogh K Baliga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Manual diagnosis is slow, error-prone, and dependent on pathologist expertise.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Existing AI models only classify the TYPE (Binary/Multiclass) but ignore SEVERITY.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Need for a unified system that does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A Hybrid Framework combining CNNs and Swarm Intelligence.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Multi-Task ResNet18: Classifies Type (4 classes) AND Grade (3 classes) simultaneously.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Particle Swarm Optimization (PSO): Automatically tunes Hyperparameters (LR, Batch Size) for optimal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Input Image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91640" y="3108960"/>
            <a:ext cx="13716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Preprocessing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3108960"/>
            <a:ext cx="13716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PSO Optimizer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34840" y="3108960"/>
            <a:ext cx="13716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Training Loop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3108960"/>
            <a:ext cx="13716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Multi-Task Model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3108960"/>
            <a:ext cx="13716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2743200"/>
            <a:ext cx="1188720" cy="914400"/>
          </a:xfrm>
          <a:prstGeom prst="roundRect">
            <a:avLst/>
          </a:prstGeom>
          <a:solidFill>
            <a:srgbClr val="283246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Backbone: ResNet18 (Pre-trained on ImageNet).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Optimization: PSO (Swarm Size=10, Iterations=5).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Dual Heads: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    - Head 1: Leukemia Type (ALL, AML, CLL, CML)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    - Head 2: Grade (Chronic, Accelerated, Blast)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Language: Python 3.10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Deep Learning: PyTorch, Torchvision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Image Processing: OpenCV, PIL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Optimization: PySwarm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Web Interface: Flask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Hardware: Apple Silicon / GPU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Overall Accuracy: 94.79%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Baseline Accuracy (No PSO): 65.62%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Improvement: ~29% increase due to PSO tuning.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Optimal Parameters Found: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    - Learning Rate: 6.6e-5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    - Batch Size: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Key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Moving beyond Binary Classification.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Most papers: 'Cancer' vs 'No Cancer'.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Our Work: Clinical Specificity.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Example Output: 'Acute Lymphoblastic Leukemia (ALL) - Blast Phase'.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Successfully implemented an end-to-end automated diagnostic system.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Solved the hyperparameter selection problem using PSO.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Delivered a clinically relevant grading utility.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Robust, accurate, and ready for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Mobile Application Deployment (iOS/Android).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Explainable AI (XAI) Integration (Grad-CAM visuals).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C8C8C8"/>
                </a:solidFill>
                <a:latin typeface="Arial"/>
              </a:defRPr>
            </a:pPr>
            <a:r>
              <a:t>• Validation on larger, multi-center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