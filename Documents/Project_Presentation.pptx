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Bapuji Institute of Engineering and Technology, Davanagere-577004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>
                <a:solidFill>
                  <a:srgbClr val="009688"/>
                </a:solidFill>
                <a:latin typeface="Arial"/>
              </a:defRPr>
            </a:pPr>
            <a:r>
              <a:t>Department of Computer Science and Engineering,</a:t>
            </a:r>
            <a:br/>
            <a:r>
              <a:t>Presentation on</a:t>
            </a:r>
            <a:br/>
            <a:r>
              <a:t>Major Project Phase-II (BCS786)</a:t>
            </a:r>
            <a:br/>
            <a:r>
              <a:t>Metaheuristic Deep Learning Model for Leukemia Classification and</a:t>
            </a:r>
            <a:br/>
            <a:r>
              <a:t>Grading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Leukemia is a type of blood cancer that starts in the bone marrow, where new blood cells are made. Instead of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healthy cells, the body makes too many abnormal white blood cells that cannot fight infections. These bad cells push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out the healthy ones, causing problems like tiredness (low red blood cells), frequent infections (weak white blood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cells), and easy bleeding or bruising (low platelets). It can happen because of changes in cell DNA, sometimes linked to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radiation, harmful chemicals, smoking, or past cancer treatments. Leukemia can affect anyone, but finding it early and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starting treatment helps in better recovery.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Current systems for leukemia diagnosis focus only on classification or grading, not 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together. They also face issues like low accuracy, imbalanced data, and poor interpretability. A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metaheuristic-based framework is needed to improve both classification and grading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simultaneously, giving more accurate and reliable results for clinical use.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Problem Statement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Manual analysis is time-consuming and error-prone.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Current AI models are not optimized for both classification and grading simultaneously.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Limited usage of metaheuristic optimization in hyperparameter tuning.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Datasets are often imbalanced, affecting model robustness.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Existing methods face several challenges: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• Design a unified system for automated leukemia classification and grading.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• Employ metaheuristic algorithms for optimal feature selection and hyperparameter tuning.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• Enhance accuracy, sensitivity, and reliability on imbalanced medical datasets.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• Integrate classification and grading stages for streamlined analysis and faster decision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1 Acute Lymphoblastic Leukemia (ALL)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Fast-growing, affects lymphoid cells, common in children.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Types of Leukemia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Leukemia is classified by its speed of development and affected cell type.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2 Acute Myeloid Leukemia (AML)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Rapid, affects myeloid cells, seen in both children and adults.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3 Chronic Lymphocytic Leukemia (CLL)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Slow-growing, affects lymphocytes, common in older adults.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4 Chronic Myeloid Leukemia (CML)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Slow progression, affects myeloid cells, may evolve to acute.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Leukemia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Leukemia is classified first and then simultaneously graded into 3 category: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1 Chronic Phase (less than 10%)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Mild or no symptoms; good response to treatment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2 Accelerated Phase (10% to 19%)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Anemia, enlarged spleen, increasing WBCs, disease progressing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3 Blast Crisis (20% or more)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Resemblances acute leukemia; severe symptoms; poor prognosis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Work Flow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Work C om p leted 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Key features successfully implemented in the Leukemia Classification and Grading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• Design a unified system for automated leukemia classification and grading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• Employ metaheuristic algorithms for optimal feature selection and hyperparameter tuning.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• Integrate classification and grading stages for streamlined analysis and faster decision support.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Work to be carried out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Pending development tasks and future enhancements for Leukemia Classification and Grading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• To enhance accuracy, sensitivity, and reliability of classification and grading, especially on imbalanced medical datasets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We have built a unified system that can classify and 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leukemia together. Metaheuristic method PSO was used to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select features and tune the model. The system combines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both tasks in one pipeline for faster results. The next step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is to improve its accuracy and reliability, especially on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imbalanced medical data.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ALL-IDB(Acute Lyphoblastic Leukemia Image Database) - https://home.di.unimi.it/scottin/all/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C-NMC(Leukemia Classification) – https://www.kaggle.com./datasets/shafiullahshafin/c-nmc/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Blood Cell Detection and Classification(BCCD) – https://www.kaggle.com/datasets/paultimothymooney/blood-cells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Kennedy,J.,&amp; Elberhart, R.(1995).Particle swarm optimization in proceeding of ICNN’95-International</a:t>
            </a:r>
          </a:p>
          <a:p>
            <a:pPr>
              <a:spcAft>
                <a:spcPts val="1000"/>
              </a:spcAft>
              <a:defRPr sz="2000">
                <a:solidFill>
                  <a:srgbClr val="C8C8C8"/>
                </a:solidFill>
                <a:latin typeface="Arial"/>
              </a:defRPr>
            </a:pPr>
            <a:r>
              <a:t>• Conference  on Neural networks,1942-1948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